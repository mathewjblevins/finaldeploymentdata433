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943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CINEMATCH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Movie Recommendations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Mathew Blevins · DATA 433 · Valparaiso University · May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4552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discover your next great movie?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platforms offer 1,000s of titles — but recommendations are black-box collaborative filters that require millions of users to work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niche users get generic, popularity-biased results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gap for transparent, content-driven recommendations you can trust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pPr indent="0" marL="0">
              <a:buNone/>
            </a:pPr>
            <a:r>
              <a:rPr lang="en-US" sz="2000" b="1" dirty="0">
                <a:solidFill>
                  <a:srgbClr val="D9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CineMatch fills that gap: "because you liked Fight Club, here are 12 films that share its themes, tone, and genre DNA"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13716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🎬 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9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final-deployment-data433.vercel.app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→ Fight Club → 12 recommendations → add to Library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4552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Three-tier, fully decoupled: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Next.js 15 (App Router + RSC) on Vercel — edge CDN, preview deploys per PR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FastAPI on Render — owns the ML pipeline, TMDB key, and rate limiting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Supabase Postgres + Auth + Row-Level Security — favorites, search history, movie cache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invariant: the browser never sees the TMDB API key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Streamlit v1 stays live as a reference: cinematch-ecpkof7qdeuacyfewyiffa.streamlit.app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Diagram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212080" y="1097280"/>
            <a:ext cx="2560320" cy="1005840"/>
          </a:xfrm>
          <a:prstGeom prst="roundRect">
            <a:avLst/>
          </a:prstGeom>
          <a:solidFill>
            <a:srgbClr val="2D3748"/>
          </a:solidFill>
          <a:ln w="12700">
            <a:solidFill>
              <a:srgbClr val="D943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0" y="10972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12080" y="2377440"/>
            <a:ext cx="2560320" cy="1005840"/>
          </a:xfrm>
          <a:prstGeom prst="roundRect">
            <a:avLst/>
          </a:prstGeom>
          <a:solidFill>
            <a:srgbClr val="2D5016"/>
          </a:solidFill>
          <a:ln w="12700">
            <a:solidFill>
              <a:srgbClr val="D943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23774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(Vercel)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0" y="3749040"/>
            <a:ext cx="2560320" cy="100584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D943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37490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(Render)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0" y="3749040"/>
            <a:ext cx="2560320" cy="100584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D943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37490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 + Auth)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11680" y="5120640"/>
            <a:ext cx="2560320" cy="1005840"/>
          </a:xfrm>
          <a:prstGeom prst="roundRect">
            <a:avLst/>
          </a:prstGeom>
          <a:solidFill>
            <a:srgbClr val="3D1A5C"/>
          </a:solidFill>
          <a:ln w="12700">
            <a:solidFill>
              <a:srgbClr val="D943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51206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API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46520" y="2103120"/>
            <a:ext cx="0" cy="274320"/>
          </a:xfrm>
          <a:prstGeom prst="line">
            <a:avLst/>
          </a:prstGeom>
          <a:noFill/>
          <a:ln w="19050">
            <a:solidFill>
              <a:srgbClr val="D943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383280"/>
            <a:ext cx="3154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3383280"/>
            <a:ext cx="31546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4754880"/>
            <a:ext cx="0" cy="36576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Model — TF-IDF + Cosine Similarity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3949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overview + genres (genres × 3)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vectorizer: 5,000 features, English stop words removed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matrix built lazily on first request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top-k ranked results with match % scores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corpus fallback: if a movie isn't preloaded, fetch from TMDB → append → rebuild matrix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augments in real-time — search always feels complete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309360" y="10972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Results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1600200"/>
            <a:ext cx="53949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vs. CountVectorizer (ablated on 10 seed movies):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consistency: 4.1 vs. 3.6 / 5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Thematic coherence: 4.3 vs. 3.8 / 5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Obvious noise recs: 0.8 vs. 1.4 / 5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v1.1: sentence-transformers (SBERT) for semantic similarity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now: adds GPU/API cost; out of scope for demo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0" cy="5394960"/>
          </a:xfrm>
          <a:prstGeom prst="line">
            <a:avLst/>
          </a:prstGeom>
          <a:noFill/>
          <a:ln w="19050">
            <a:solidFill>
              <a:srgbClr val="16161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Posture — 4 Non-Negotiables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4552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 hardcoded secrets — all keys read from env via pydantic-settings; gitleaks runs in CI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Rate limiting — slowapi: /search 30/min, /recommend 60/min; 429 returns verified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RLS isolation — User A cannot see User B's favorites (Supabase row-level security, tested and documented)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XSS defense — bleach.clean() server-side + DOMPurify client-side + strict CSP headers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Additional: HSTS, X-Frame-Options: DENY, X-Content-Type-Options: nosniff, Referrer-Policy, Permissions-Policy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CORS: exact allowlist (never *) — Vercel production + preview URLs only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($0/mo)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3949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Hobby: free (100 GB bandwidth)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free web service: free (750 hrs/mo)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free: free (500 MB, 50k MAU)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 free: free (10k commands/day)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API: free (non-commercial)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today: $0 / month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309360" y="10972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(5k DAU)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1600200"/>
            <a:ext cx="53949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5,000 DAU: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Pro: $20/mo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Starter: $7/mo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Pro: $25/mo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pay-as-you-go: ~$3/mo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at 5k DAU: ~$55/mo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$0.011 per user per month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12 paying subscribers at $4.99/mo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0" cy="5394960"/>
          </a:xfrm>
          <a:prstGeom prst="line">
            <a:avLst/>
          </a:prstGeom>
          <a:noFill/>
          <a:ln w="19050">
            <a:solidFill>
              <a:srgbClr val="16161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Ethics &amp; Limitations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4552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TMDB API (licensed, non-commercial with attribution) — no Kaggle dataset (DMCA issue in M3)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Bias: corpus skews toward English-language Hollywood releases; underrepresents international cinema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data sold or shared — favorites and search history are RLS-protected, user-owned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only — no behavioral surveillance or collaborative filtering (roadmap v1.1)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disclosure: Render free tier spins down after 15 min idle; ~10s first request (documented in cost slide)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attribution in footer and About page per their TOS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(Improvements)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3949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(next semester):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(SBERT) for semantic similarity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(behavior-based recommendations)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cinema corpus expansion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Popularity-blending factor (surface hidden gems)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+ cast/crew enrichment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309360" y="10972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(Growth)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1600200"/>
            <a:ext cx="53949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(monetization):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$4.99/mo Pro — ad-free, unlimited favorites, history export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licensing for streaming services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sync with JustWatch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watchlist / social sharing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0" cy="5394960"/>
          </a:xfrm>
          <a:prstGeom prst="line">
            <a:avLst/>
          </a:prstGeom>
          <a:noFill/>
          <a:ln w="19050">
            <a:solidFill>
              <a:srgbClr val="16161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Execution Summary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4552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 mode throughout frontend — no `any`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schemas on every request/response — no untyped dicts across the wire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pytest: 24/24 tests passing; covers happy path, auth failures, validation failures, security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+ mypy --strict: clean on all backend code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lint + tsc --noEmit: clean on all frontend code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 throughout; feature branches → squash merge to main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at repo root — enables future AI-assisted development without re-discovery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161E"/>
          </a:solidFill>
          <a:ln w="12700">
            <a:solidFill>
              <a:srgbClr val="1616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Links &amp; Resources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App (Vercel)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38912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4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final-deployment-data433.vercel.app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74552" cy="0"/>
          </a:xfrm>
          <a:prstGeom prst="line">
            <a:avLst/>
          </a:prstGeom>
          <a:noFill/>
          <a:ln w="12700">
            <a:solidFill>
              <a:srgbClr val="1616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(Render)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8912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finaldeploymentdata433.onrender.com/docs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11274552" cy="0"/>
          </a:xfrm>
          <a:prstGeom prst="line">
            <a:avLst/>
          </a:prstGeom>
          <a:noFill/>
          <a:ln w="12700">
            <a:solidFill>
              <a:srgbClr val="1616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v1 (Streamlit)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8912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cinematch-ecpkof7qdeuacyfewyiffa.streamlit.app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1274552" cy="0"/>
          </a:xfrm>
          <a:prstGeom prst="line">
            <a:avLst/>
          </a:prstGeom>
          <a:noFill/>
          <a:ln w="12700">
            <a:solidFill>
              <a:srgbClr val="1616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8912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github.com/[your-username]/cinematch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11274552" cy="0"/>
          </a:xfrm>
          <a:prstGeom prst="line">
            <a:avLst/>
          </a:prstGeom>
          <a:noFill/>
          <a:ln w="12700">
            <a:solidFill>
              <a:srgbClr val="16161E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943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Mathew Blevins · mathewjblevins@gmail.com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433 · Valparaiso University · Spring 2026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CineMatch — Milestone 5</dc:title>
  <dc:subject>DATA 433 Final Presentation</dc:subject>
  <dc:creator>Mathew Blevins</dc:creator>
  <cp:lastModifiedBy>Mathew Blevins</cp:lastModifiedBy>
  <cp:revision>1</cp:revision>
  <dcterms:created xsi:type="dcterms:W3CDTF">2026-05-11T04:54:03Z</dcterms:created>
  <dcterms:modified xsi:type="dcterms:W3CDTF">2026-05-11T04:54:03Z</dcterms:modified>
</cp:coreProperties>
</file>